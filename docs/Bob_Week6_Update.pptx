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A1A1A"/>
                </a:solidFill>
                <a:latin typeface="Arial"/>
              </a:rPr>
              <a:t>High School Rigor Methodology</a:t>
            </a:r>
          </a:p>
          <a:p>
            <a:r>
              <a:rPr sz="1900" b="0">
                <a:solidFill>
                  <a:srgbClr val="555555"/>
                </a:solidFill>
                <a:latin typeface="Arial"/>
              </a:rPr>
              <a:t>Week-6 Client Update  ·  for Bob &amp; Adam, NU Admissions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55555"/>
                </a:solidFill>
                <a:latin typeface="Arial"/>
              </a:rPr>
              <a:t>MSDS 498 Capstone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Goal: a transparent, institution-level measure of high-school academic rigor, from public data, that NU can tie to its own internal data.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Built from your Week-5 asks: AP exam scores, the low-offering/high-scores idea, coverage transparency, STEM, graduation rate.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Validated: the tiers predict real outcomes, and are not just a proxy for socioeconomic status.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How we measure rigor — an index, not a black box</a:t>
            </a:r>
          </a:p>
        </p:txBody>
      </p:sp>
      <p:pic>
        <p:nvPicPr>
          <p:cNvPr id="3" name="Picture 2" descr="index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39747"/>
            <a:ext cx="7315200" cy="34929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Composite index: a weighted average of five standardized components → one rigor score.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Decomposable: every tier traces back to the features that produced it (the Landscape lesson).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Performance-weighted: AP exam scores, not just what's offered (Geiser &amp; Santelices, 2004).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Tiers: natural breaks, so sizes vary — 'Most Demanding' = 295 schools, not a forced 20%.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Your idea: low AP offering / high AP scores</a:t>
            </a:r>
          </a:p>
        </p:txBody>
      </p:sp>
      <p:pic>
        <p:nvPicPr>
          <p:cNvPr id="3" name="Picture 2" descr="ap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28989"/>
            <a:ext cx="7315200" cy="31144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Selective &amp; effective: few APs offered, high exam scores — 1,597 schools.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The catch: only 3 reach the top tier; a thin catalog drags the composite down.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So: these 'do a lot with little' schools are hidden by the tier alone.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Use: a recruiting signal — ships alongside the tier, not folded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Data coverage — public vs private</a:t>
            </a:r>
          </a:p>
        </p:txBody>
      </p:sp>
      <p:pic>
        <p:nvPicPr>
          <p:cNvPr id="3" name="Picture 2" descr="coverage_by_s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17320"/>
            <a:ext cx="716782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Not missing-at-random: reported per sector.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CRDC: AP participation, testtaker rate, grad rate — public-only by law → ~0% private.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NU analytics: AP/SAT scores track your recruiting universe (~35%).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Consequence: private-school tiers rest on the thin NU block + IB — a documented blind spot.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Does the tier mean something? Yes.</a:t>
            </a:r>
          </a:p>
        </p:txBody>
      </p:sp>
      <p:pic>
        <p:nvPicPr>
          <p:cNvPr id="3" name="Picture 2" descr="rigor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8949"/>
            <a:ext cx="7315200" cy="3914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Checked against measures the tier was NOT built from: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     ·  SAT rises across tiers: 1052 → 1303, no inversions.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Arial"/>
              </a:rPr>
              <a:t>     ·  Grad rate separates the bottom tier sharply (~70% vs ~86–90%).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Honest note: the top tier reflects exam performance, not catalog size — so grad rate/STEM plateau at the top rather than peaking.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It predicts outcomes — and isn't just an SES proxy</a:t>
            </a:r>
          </a:p>
        </p:txBody>
      </p:sp>
      <p:pic>
        <p:nvPicPr>
          <p:cNvPr id="3" name="Picture 2" descr="predictive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542540"/>
            <a:ext cx="7315200" cy="2687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1463040"/>
            <a:ext cx="39776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Model: graduation rate ~ opportunity features (Adelman, 1999).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Result: opportunity adds +5 pts R² beyond socioeconomic status — stable across models.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Tension: the outcome IS SES-driven (free-lunch rate dominates)…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…yet the index correlates with poverty at only −0.11 → opportunity, not laundered demographics.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What we'd need from you, and how it ties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Data ask: per-course AP score distributions (Calc BC vs Calc BC across schools) — lets us verify rigor at the course level.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Level: our tier is institution-level; your counselor 'most demanding coursework' field is per-student — they complement each other.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Handoff: the methodology is built to recalibrate against your internal outcomes (enrollment, GPA, retention).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Arial"/>
              </a:rPr>
              <a:t>Next steps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Finalize the v4 index (qualifying density + verified IB).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Tier public and private separately — they aren't built from the same data.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Validate on a second outcome (college-going).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50" b="0">
                <a:solidFill>
                  <a:srgbClr val="1A1A1A"/>
                </a:solidFill>
                <a:latin typeface="Arial"/>
              </a:rPr>
              <a:t>-  Your input: tier definitions, the per-course data ask, priority use-case (contextualization vs. outreach).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